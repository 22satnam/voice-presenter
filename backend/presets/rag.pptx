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Language models only know what they were trained on, and your documents change constantly. Retrieval-augmented generation fetches the relevant passages at question time so the model answers from current facts.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Documents are split into passages of a few hundred tokens, with some overlap so an idea isn't cut in half. Keeping the heading with each chunk gives the model context about where it came from.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chunk is turned into a vector that captures its meaning. The question is embedded the same way, and the closest vectors are the passages most likely to answer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best passages are placed in the prompt, and the model is told to answer only from them and cite its sources. If nothing relevant is found, it should say so rather than guess.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measure two things separately: whether retrieval found the right passage, and whether the answer stays faithful to it. Even fifty hand-written golden questions catch most regressions.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production you re-index whenever documents change, filter results by the user's permissions before retrieval, and log each question with its sources so you can debug bad answers.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Models forget, documents don't</a:t>
            </a:r>
          </a:p>
        </p:txBody>
      </p:sp>
      <p:sp>
        <p:nvSpPr>
          <p:cNvPr id="3" name="Content Placeholder 2"/>
          <p:cNvSpPr>
            <a:spLocks noGrp="1"/>
          </p:cNvSpPr>
          <p:nvPr>
            <p:ph idx="1"/>
          </p:nvPr>
        </p:nvSpPr>
        <p:spPr/>
        <p:txBody>
          <a:bodyPr/>
          <a:lstStyle/>
          <a:p>
            <a:pPr>
              <a:defRPr sz="2200"/>
            </a:pPr>
            <a:r>
              <a:t>LLMs only know their training data</a:t>
            </a:r>
          </a:p>
          <a:p>
            <a:pPr>
              <a:defRPr sz="2200"/>
            </a:pPr>
            <a:r>
              <a:t>Your documents change every day</a:t>
            </a:r>
          </a:p>
          <a:p>
            <a:pPr>
              <a:defRPr sz="2200"/>
            </a:pPr>
            <a:r>
              <a:t>RAG connects the two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Chunking documents</a:t>
            </a:r>
          </a:p>
        </p:txBody>
      </p:sp>
      <p:sp>
        <p:nvSpPr>
          <p:cNvPr id="3" name="Content Placeholder 2"/>
          <p:cNvSpPr>
            <a:spLocks noGrp="1"/>
          </p:cNvSpPr>
          <p:nvPr>
            <p:ph idx="1"/>
          </p:nvPr>
        </p:nvSpPr>
        <p:spPr/>
        <p:txBody>
          <a:bodyPr/>
          <a:lstStyle/>
          <a:p>
            <a:pPr>
              <a:defRPr sz="2200"/>
            </a:pPr>
            <a:r>
              <a:t>Split text into passages of a few hundred tokens</a:t>
            </a:r>
          </a:p>
          <a:p>
            <a:pPr>
              <a:defRPr sz="2200"/>
            </a:pPr>
            <a:r>
              <a:t>Overlap chunks so ideas aren't cut in half</a:t>
            </a:r>
          </a:p>
          <a:p>
            <a:pPr>
              <a:defRPr sz="2200"/>
            </a:pPr>
            <a:r>
              <a:t>Keep titles and headings as context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Embeddings and search</a:t>
            </a:r>
          </a:p>
        </p:txBody>
      </p:sp>
      <p:sp>
        <p:nvSpPr>
          <p:cNvPr id="3" name="Content Placeholder 2"/>
          <p:cNvSpPr>
            <a:spLocks noGrp="1"/>
          </p:cNvSpPr>
          <p:nvPr>
            <p:ph idx="1"/>
          </p:nvPr>
        </p:nvSpPr>
        <p:spPr/>
        <p:txBody>
          <a:bodyPr/>
          <a:lstStyle/>
          <a:p>
            <a:pPr>
              <a:defRPr sz="2200"/>
            </a:pPr>
            <a:r>
              <a:t>Each chunk becomes a vector</a:t>
            </a:r>
          </a:p>
          <a:p>
            <a:pPr>
              <a:defRPr sz="2200"/>
            </a:pPr>
            <a:r>
              <a:t>Questions become vectors too</a:t>
            </a:r>
          </a:p>
          <a:p>
            <a:pPr>
              <a:defRPr sz="2200"/>
            </a:pPr>
            <a:r>
              <a:t>Nearest vectors are the best matches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Grounded answers</a:t>
            </a:r>
          </a:p>
        </p:txBody>
      </p:sp>
      <p:sp>
        <p:nvSpPr>
          <p:cNvPr id="3" name="Content Placeholder 2"/>
          <p:cNvSpPr>
            <a:spLocks noGrp="1"/>
          </p:cNvSpPr>
          <p:nvPr>
            <p:ph idx="1"/>
          </p:nvPr>
        </p:nvSpPr>
        <p:spPr/>
        <p:txBody>
          <a:bodyPr/>
          <a:lstStyle/>
          <a:p>
            <a:pPr>
              <a:defRPr sz="2200"/>
            </a:pPr>
            <a:r>
              <a:t>Top passages go into the prompt</a:t>
            </a:r>
          </a:p>
          <a:p>
            <a:pPr>
              <a:defRPr sz="2200"/>
            </a:pPr>
            <a:r>
              <a:t>The model cites where facts came from</a:t>
            </a:r>
          </a:p>
          <a:p>
            <a:pPr>
              <a:defRPr sz="2200"/>
            </a:pPr>
            <a:r>
              <a:t>No match means saying so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Measuring quality</a:t>
            </a:r>
          </a:p>
        </p:txBody>
      </p:sp>
      <p:sp>
        <p:nvSpPr>
          <p:cNvPr id="3" name="Content Placeholder 2"/>
          <p:cNvSpPr>
            <a:spLocks noGrp="1"/>
          </p:cNvSpPr>
          <p:nvPr>
            <p:ph idx="1"/>
          </p:nvPr>
        </p:nvSpPr>
        <p:spPr/>
        <p:txBody>
          <a:bodyPr/>
          <a:lstStyle/>
          <a:p>
            <a:pPr>
              <a:defRPr sz="2200"/>
            </a:pPr>
            <a:r>
              <a:t>Retrieval: did we fetch the right passage?</a:t>
            </a:r>
          </a:p>
          <a:p>
            <a:pPr>
              <a:defRPr sz="2200"/>
            </a:pPr>
            <a:r>
              <a:t>Faithfulness: does the answer match it?</a:t>
            </a:r>
          </a:p>
          <a:p>
            <a:pPr>
              <a:defRPr sz="2200"/>
            </a:pPr>
            <a:r>
              <a:t>A small golden question set goes far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Going to production</a:t>
            </a:r>
          </a:p>
        </p:txBody>
      </p:sp>
      <p:sp>
        <p:nvSpPr>
          <p:cNvPr id="3" name="Content Placeholder 2"/>
          <p:cNvSpPr>
            <a:spLocks noGrp="1"/>
          </p:cNvSpPr>
          <p:nvPr>
            <p:ph idx="1"/>
          </p:nvPr>
        </p:nvSpPr>
        <p:spPr/>
        <p:txBody>
          <a:bodyPr/>
          <a:lstStyle/>
          <a:p>
            <a:pPr>
              <a:defRPr sz="2200"/>
            </a:pPr>
            <a:r>
              <a:t>Re-index when documents change</a:t>
            </a:r>
          </a:p>
          <a:p>
            <a:pPr>
              <a:defRPr sz="2200"/>
            </a:pPr>
            <a:r>
              <a:t>Filter by permissions before retrieval</a:t>
            </a:r>
          </a:p>
          <a:p>
            <a:pPr>
              <a:defRPr sz="2200"/>
            </a:pPr>
            <a:r>
              <a:t>Log every question and source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