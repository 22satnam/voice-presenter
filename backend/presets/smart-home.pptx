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cheapest time to plan automation is before construction. Empty conduits cost very little during the slab and walls stage, and running a spare pipe to every room saves breaking walls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a false ceiling, lighting comes from surface profiles and wall washers. Grouping circuits by scene rather than room, and choosing dimmable drivers upfront, makes automation simple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every sensor is worth it. Motion sensors in corridors and bathrooms, contacts on main doors, and leak sensors under sinks give the most value for the least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local hub keeps everything running when the internet drops. The phone app handles everyday control, but physical switches should always work too, so guests are never stuck.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Voice is best added last, once routines are stable and you know what you actually ask for. Starting with the app and sensors avoids building voice commands nobody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Splitting the budget into phases keeps it manageable: conduits and boxes during construction, lighting and switches at finishing, and sensors and automation once you've lived in the 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before the slab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Conduits are cheap now, expensive later</a:t>
            </a:r>
          </a:p>
          <a:p>
            <a:pPr>
              <a:defRPr sz="2200"/>
            </a:pPr>
            <a:r>
              <a:t>Run extra pipes to every room</a:t>
            </a:r>
          </a:p>
          <a:p>
            <a:pPr>
              <a:defRPr sz="2200"/>
            </a:pPr>
            <a:r>
              <a:t>Mark switchboard heights early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Lighting without false ceilings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Surface-mounted profiles and wall washers</a:t>
            </a:r>
          </a:p>
          <a:p>
            <a:pPr>
              <a:defRPr sz="2200"/>
            </a:pPr>
            <a:r>
              <a:t>Group circuits by scene, not by room</a:t>
            </a:r>
          </a:p>
          <a:p>
            <a:pPr>
              <a:defRPr sz="2200"/>
            </a:pPr>
            <a:r>
              <a:t>Dimmable drivers from day 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Sensors that earn their 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Motion in corridors and bathrooms</a:t>
            </a:r>
          </a:p>
          <a:p>
            <a:pPr>
              <a:defRPr sz="2200"/>
            </a:pPr>
            <a:r>
              <a:t>Door contacts on main entries</a:t>
            </a:r>
          </a:p>
          <a:p>
            <a:pPr>
              <a:defRPr sz="2200"/>
            </a:pPr>
            <a:r>
              <a:t>Water leak sensors under sinks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control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local hub keeps working offline</a:t>
            </a:r>
          </a:p>
          <a:p>
            <a:pPr>
              <a:defRPr sz="2200"/>
            </a:pPr>
            <a:r>
              <a:t>Phone app for everyday control</a:t>
            </a:r>
          </a:p>
          <a:p>
            <a:pPr>
              <a:defRPr sz="2200"/>
            </a:pPr>
            <a:r>
              <a:t>Physical switches always still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Voice, later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Start with app and sensors</a:t>
            </a:r>
          </a:p>
          <a:p>
            <a:pPr>
              <a:defRPr sz="2200"/>
            </a:pPr>
            <a:r>
              <a:t>Add voice once routines are stable</a:t>
            </a:r>
          </a:p>
          <a:p>
            <a:pPr>
              <a:defRPr sz="2200"/>
            </a:pPr>
            <a:r>
              <a:t>Keep wake words off in bedrooms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phased 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Phase 1: conduits and boxes</a:t>
            </a:r>
          </a:p>
          <a:p>
            <a:pPr>
              <a:defRPr sz="2200"/>
            </a:pPr>
            <a:r>
              <a:t>Phase 2: lighting and switches</a:t>
            </a:r>
          </a:p>
          <a:p>
            <a:pPr>
              <a:defRPr sz="2200"/>
            </a:pPr>
            <a:r>
              <a:t>Phase 3: sensors and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