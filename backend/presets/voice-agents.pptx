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agents feel natural because speaking is faster than typing. Modern pipelines respond in well under a second, which is the threshold where a conversation stops feeling like a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cascaded pipeline has three stages: speech-to-text, a language model, and text-to-speech. Each stage can be swapped, measured, and costed on its own, which is why I chose it over a single speech-to-speech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activity detection runs locally in your browser and watches the microphone. Once it hears about a quarter second of continuous speech, it treats that as a real turn, and echo cancellation stops the agent from hearing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interrupt, playback stops immediately, every in-flight request is aborted, and the conversation history keeps only the sentences you actually heard. That way the agent never assumes it said something you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of the delay comes from three places: transcription, the first token from the language model, and the first audio from text-to-speech. Streaming each sentence to speech as soon as it's written hides most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runs on free tiers. When a provider hits its rate limit, the system falls back to another one automatically, and every token is counted so the cost is always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Talking to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Voice is the fastest input we have</a:t>
            </a:r>
          </a:p>
          <a:p>
            <a:pPr>
              <a:defRPr sz="2200"/>
            </a:pPr>
            <a:r>
              <a:t>Agents now answer in under a second</a:t>
            </a:r>
          </a:p>
          <a:p>
            <a:pPr>
              <a:defRPr sz="2200"/>
            </a:pPr>
            <a:r>
              <a:t>This deck explains the pieces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cascaded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Speech-to-text turns audio into words</a:t>
            </a:r>
          </a:p>
          <a:p>
            <a:pPr>
              <a:defRPr sz="2200"/>
            </a:pPr>
            <a:r>
              <a:t>An LLM decides what to say</a:t>
            </a:r>
          </a:p>
          <a:p>
            <a:pPr>
              <a:defRPr sz="2200"/>
            </a:pPr>
            <a:r>
              <a:t>Text-to-speech speaks the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Knowing when you speak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Voice activity detection runs in the browser</a:t>
            </a:r>
          </a:p>
          <a:p>
            <a:pPr>
              <a:defRPr sz="2200"/>
            </a:pPr>
            <a:r>
              <a:t>250 ms of speech confirms a real turn</a:t>
            </a:r>
          </a:p>
          <a:p>
            <a:pPr>
              <a:defRPr sz="2200"/>
            </a:pPr>
            <a:r>
              <a:t>Echo cancellation ignores the agent's 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Interrupting the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Playback stops the instant you speak</a:t>
            </a:r>
          </a:p>
          <a:p>
            <a:pPr>
              <a:defRPr sz="2200"/>
            </a:pPr>
            <a:r>
              <a:t>In-flight requests are cancelled</a:t>
            </a:r>
          </a:p>
          <a:p>
            <a:pPr>
              <a:defRPr sz="2200"/>
            </a:pPr>
            <a:r>
              <a:t>Only words you heard stay in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latency comes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Speech-to-text: around 300 ms</a:t>
            </a:r>
          </a:p>
          <a:p>
            <a:pPr>
              <a:defRPr sz="2200"/>
            </a:pPr>
            <a:r>
              <a:t>First LLM token: around 400 ms</a:t>
            </a:r>
          </a:p>
          <a:p>
            <a:pPr>
              <a:defRPr sz="2200"/>
            </a:pPr>
            <a:r>
              <a:t>First audio byte: around 250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it for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Free tiers for speech, LLM, and hosting</a:t>
            </a:r>
          </a:p>
          <a:p>
            <a:pPr>
              <a:defRPr sz="2200"/>
            </a:pPr>
            <a:r>
              <a:t>Automatic fallback when a quota runs out</a:t>
            </a:r>
          </a:p>
          <a:p>
            <a:pPr>
              <a:defRPr sz="2200"/>
            </a:pPr>
            <a:r>
              <a:t>Every token is counted and shown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